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Overview and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DCEB"/>
                </a:solidFill>
                <a:latin typeface="Calibri"/>
              </a:rPr>
              <a:t>A working Text-to-SQL agent for an e-commerce SQLite database.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Text-to-SQL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01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Calibri"/>
              </a:rPr>
              <a:t>1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11475720" cy="1417320"/>
          </a:xfrm>
          <a:prstGeom prst="rect">
            <a:avLst/>
          </a:prstGeom>
          <a:solidFill>
            <a:srgbClr val="D9E2F3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1109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A user asks a question in English. LangGraph orchestrates an OpenAI model to write a read-only SQL query, validates it, runs it on SQLite, and returns a short answer.
Python owns security, routing, and execution. The model only writes SQL and the final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Technology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1874519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LangGraph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93008"/>
            <a:ext cx="187451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Agent orchestration
and routing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3108960"/>
            <a:ext cx="1874519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OpenAI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3493008"/>
            <a:ext cx="187451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SQL generation
and answers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108960"/>
            <a:ext cx="1874519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LangChain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493008"/>
            <a:ext cx="187451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Model client
(langchain-openai)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108960"/>
            <a:ext cx="1874519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493008"/>
            <a:ext cx="187451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Web user
interface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108960"/>
            <a:ext cx="1874519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493008"/>
            <a:ext cx="187451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E-commerce
database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95560" y="3108960"/>
            <a:ext cx="1874519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5560" y="3493008"/>
            <a:ext cx="187451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dotenv, pandas
CLI entry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7548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Database tables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12064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customers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512064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products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512064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orders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512064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order_items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512064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payment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512064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reviews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512064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shipments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7040" y="512064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suppliers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7150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Interfaces: Streamlit UI (app/ui.py) and CLI (python -m app.main).
Setup: CSV files in data/ are loaded into ecommerce.db by setup_database.py.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Full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DCEB"/>
                </a:solidFill>
                <a:latin typeface="Calibri"/>
              </a:rPr>
              <a:t>Three layers. The model proposes. The graph decides. The database only runs validated SELECT.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Text-to-SQL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01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Calibri"/>
              </a:rPr>
              <a:t>2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097280"/>
            <a:ext cx="32004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5544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1828800"/>
            <a:ext cx="7772400" cy="6400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Presentation     |     Streamlit UI     ·    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4688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2743200"/>
            <a:ext cx="9601200" cy="16916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16352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9000"/>
                </a:solidFill>
                <a:latin typeface="Calibri"/>
              </a:rPr>
              <a:t>LangGraph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154680"/>
            <a:ext cx="1417320" cy="5029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Guardrail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3154680"/>
            <a:ext cx="1417320" cy="5029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154680"/>
            <a:ext cx="1417320" cy="5029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Generate 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79" y="3154680"/>
            <a:ext cx="1417320" cy="5029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3154680"/>
            <a:ext cx="1417320" cy="5029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3154680"/>
            <a:ext cx="1417320" cy="5029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9476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6F5"/>
                </a:solidFill>
                <a:latin typeface="Calibri"/>
              </a:rPr>
              <a:t>Shared state:  question   ·   schema   ·   sql   ·   result   ·   answer   ·   error   ·   retry_count
Fix SQL is off the happy path and returns to Validate (maximum 3 times).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6227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46227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4754880"/>
            <a:ext cx="4754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4754880"/>
            <a:ext cx="475488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OpenAI 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193792"/>
            <a:ext cx="4480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Classify question
Write SELECT
Rewrite SQL after a failure
Turn rows into an English answer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754880"/>
            <a:ext cx="45720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754880"/>
            <a:ext cx="4572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SQLite  ·  ecommerce.db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193792"/>
            <a:ext cx="4297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get_schema() — tables and columns
execute_query() — run validated SELECT
No writes from the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Flow and conditional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DCEB"/>
                </a:solidFill>
                <a:latin typeface="Calibri"/>
              </a:rPr>
              <a:t>Happy path is a straight line. Three routers branch only when something is off-topic, invalid, or broken.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Text-to-SQL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01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Calibri"/>
              </a:rPr>
              <a:t>3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Happy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1325880" cy="4572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1732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1368" y="1371600"/>
            <a:ext cx="13258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Guardrail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141732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2696" y="1371600"/>
            <a:ext cx="13258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141732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4024" y="1371600"/>
            <a:ext cx="13258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Generate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183" y="141732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371600"/>
            <a:ext cx="13258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41732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0" y="1371600"/>
            <a:ext cx="13258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41732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08008" y="1371600"/>
            <a:ext cx="13258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88168" y="141732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89336" y="1371600"/>
            <a:ext cx="1325880" cy="4572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057400"/>
            <a:ext cx="379476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057400"/>
            <a:ext cx="379476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Router 1  ·  after Guardrail</a:t>
            </a:r>
          </a:p>
        </p:txBody>
      </p:sp>
      <p:sp>
        <p:nvSpPr>
          <p:cNvPr id="27" name="Diamond 26"/>
          <p:cNvSpPr/>
          <p:nvPr/>
        </p:nvSpPr>
        <p:spPr>
          <a:xfrm>
            <a:off x="1143000" y="2606040"/>
            <a:ext cx="2148840" cy="1051560"/>
          </a:xfrm>
          <a:prstGeom prst="diamond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Related to
the database?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886200"/>
            <a:ext cx="3429000" cy="5029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Yes  →  Get Schema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572000"/>
            <a:ext cx="3429000" cy="50292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  →  Answer and stop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21208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Off-topic questions never reach
the database. No SQL is generated.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2057400"/>
            <a:ext cx="379476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2057400"/>
            <a:ext cx="3794760" cy="3657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Router 2  ·  after Validate</a:t>
            </a:r>
          </a:p>
        </p:txBody>
      </p:sp>
      <p:sp>
        <p:nvSpPr>
          <p:cNvPr id="33" name="Diamond 32"/>
          <p:cNvSpPr/>
          <p:nvPr/>
        </p:nvSpPr>
        <p:spPr>
          <a:xfrm>
            <a:off x="5029200" y="2560320"/>
            <a:ext cx="2148840" cy="1005840"/>
          </a:xfrm>
          <a:prstGeom prst="diamond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SQL valid
and safe?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749039"/>
            <a:ext cx="3429000" cy="438912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Yes  →  Execute 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279392"/>
            <a:ext cx="3429000" cy="43891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 + retries left  →  Fix SQL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4809744"/>
            <a:ext cx="3429000" cy="43891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 + 3 failures  →  Answer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3492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Checks: SELECT only, blocked words,
real table, single statement.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2057400"/>
            <a:ext cx="379476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2057400"/>
            <a:ext cx="3794760" cy="36576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Router 3  ·  after Execute</a:t>
            </a:r>
          </a:p>
        </p:txBody>
      </p:sp>
      <p:sp>
        <p:nvSpPr>
          <p:cNvPr id="40" name="Diamond 39"/>
          <p:cNvSpPr/>
          <p:nvPr/>
        </p:nvSpPr>
        <p:spPr>
          <a:xfrm>
            <a:off x="8915400" y="2560320"/>
            <a:ext cx="2148840" cy="1005840"/>
          </a:xfrm>
          <a:prstGeom prst="diamond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Query ran
without error?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3749039"/>
            <a:ext cx="3429000" cy="438912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Yes  →  Generate Answer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4279392"/>
            <a:ext cx="3429000" cy="43891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Error + retries left  →  Fix SQL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4809744"/>
            <a:ext cx="3429000" cy="43891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 failures  →  Answer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53492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SQLite errors go back through
Fix SQL, then Validate again.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If an error 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DCEB"/>
                </a:solidFill>
                <a:latin typeface="Calibri"/>
              </a:rPr>
              <a:t>Every failure has a path. The graph does not invent an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Text-to-SQL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01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Calibri"/>
              </a:rPr>
              <a:t>4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Where the error is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697480" cy="64008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Guardrail
empty / off-topic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97480" cy="6400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Validate
unsafe or invalid 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697480" cy="6400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Execute
SQLite runtime 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371600"/>
            <a:ext cx="269748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Answer
zero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02996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2996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02996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202996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286000"/>
            <a:ext cx="5943600" cy="64008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Does retry_count allow another fix?   (maximum 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94436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94436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9000"/>
                </a:solidFill>
                <a:latin typeface="Calibr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562356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00400"/>
            <a:ext cx="5623560" cy="3657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Yes  —  retries left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03320"/>
            <a:ext cx="1554480" cy="640080"/>
          </a:xfrm>
          <a:prstGeom prst="rect">
            <a:avLst/>
          </a:prstGeom>
          <a:solidFill>
            <a:srgbClr val="FCE4D6"/>
          </a:solidFill>
          <a:ln w="9525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C55A11"/>
                </a:solidFill>
                <a:latin typeface="Calibri"/>
              </a:rPr>
              <a:t>1. Fix 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70332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LLM rewrites the query using the error, the schema, and the question.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72000"/>
            <a:ext cx="1554480" cy="640080"/>
          </a:xfrm>
          <a:prstGeom prst="rect">
            <a:avLst/>
          </a:prstGeom>
          <a:solidFill>
            <a:srgbClr val="FCE4D6"/>
          </a:solidFill>
          <a:ln w="9525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C55A11"/>
                </a:solidFill>
                <a:latin typeface="Calibri"/>
              </a:rPr>
              <a:t>2. Validate again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457200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The same security checks run on the new SQL.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40680"/>
            <a:ext cx="1554480" cy="640080"/>
          </a:xfrm>
          <a:prstGeom prst="rect">
            <a:avLst/>
          </a:prstGeom>
          <a:solidFill>
            <a:srgbClr val="FCE4D6"/>
          </a:solidFill>
          <a:ln w="9525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C55A11"/>
                </a:solidFill>
                <a:latin typeface="Calibri"/>
              </a:rPr>
              <a:t>3. Execute if valid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44068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If it still fails, retry_count increases and the loop repeats.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200400"/>
            <a:ext cx="562356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200400"/>
            <a:ext cx="5623560" cy="36576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  —  stop and answer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749039"/>
            <a:ext cx="2103120" cy="502920"/>
          </a:xfrm>
          <a:prstGeom prst="rect">
            <a:avLst/>
          </a:prstGeom>
          <a:solidFill>
            <a:srgbClr val="FCE4D6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C0504D"/>
                </a:solidFill>
                <a:latin typeface="Calibri"/>
              </a:rPr>
              <a:t>Guardrail failure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749039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Return: this question is not related to the database. No SQL.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434840"/>
            <a:ext cx="2103120" cy="502920"/>
          </a:xfrm>
          <a:prstGeom prst="rect">
            <a:avLst/>
          </a:prstGeom>
          <a:solidFill>
            <a:srgbClr val="FCE4D6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C0504D"/>
                </a:solidFill>
                <a:latin typeface="Calibri"/>
              </a:rPr>
              <a:t>Validation / execute exhausted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43484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Return the last error text. Do not invent SQL or numbers.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120640"/>
            <a:ext cx="2103120" cy="502920"/>
          </a:xfrm>
          <a:prstGeom prst="rect">
            <a:avLst/>
          </a:prstGeom>
          <a:solidFill>
            <a:srgbClr val="FCE4D6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C0504D"/>
                </a:solidFill>
                <a:latin typeface="Calibri"/>
              </a:rPr>
              <a:t>Valid SQL, empty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512064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Return: no matching data was found. The LLM is not called.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715000"/>
            <a:ext cx="2103120" cy="502920"/>
          </a:xfrm>
          <a:prstGeom prst="rect">
            <a:avLst/>
          </a:prstGeom>
          <a:solidFill>
            <a:srgbClr val="FCE4D6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C0504D"/>
                </a:solidFill>
                <a:latin typeface="Calibri"/>
              </a:rPr>
              <a:t>LLM / API failure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71500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The request fails in the UI. Nothing is executed.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Additional controls that can be added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DCEB"/>
                </a:solidFill>
                <a:latin typeface="Calibri"/>
              </a:rPr>
              <a:t>These are not in the project today. They harden the same architecture for a wider rollout.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Text-to-SQL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01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Calibri"/>
              </a:rPr>
              <a:t>5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3794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1887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Read-only DB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53619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The database account can only SELECT. Writes fail even if SQL slips through.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794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1887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Table-level permissions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53619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Each role may query only an allow-listed set of tables.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097280"/>
            <a:ext cx="3794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097280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1887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Column-level permissions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53619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Hide or block columns a user is not allowed to see.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77439"/>
            <a:ext cx="3794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77439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4688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SQL AST parser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816351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Parse the query as a tree. Stop keyword-matching bypasses.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2377439"/>
            <a:ext cx="3794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377439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4688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Query timeout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2816351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Kill queries that run too long and protect the database.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377439"/>
            <a:ext cx="3794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377439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4688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Maximum query complexity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816351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Block heavy joins, Cartesian products, and deep subqueries.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657600"/>
            <a:ext cx="3794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57600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74903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Audit 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09651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Record who asked what, the SQL, the outcome, and the time.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657600"/>
            <a:ext cx="3794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3657600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374903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409651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Track failures, latency, retry count, and blocked queries.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657600"/>
            <a:ext cx="3794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3657600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74903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Rate limiting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409651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Cap questions per user so the model and database are not flooded.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937759"/>
            <a:ext cx="3794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937759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502919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PII masking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5376671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Mask email, phone, and card values before the UI shows them.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4937759"/>
            <a:ext cx="3794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4937759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502919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Prompt-injection defenses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5376671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Ignore “ignore previous rules” and attempts to dump the schema.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4937759"/>
            <a:ext cx="3794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4937759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502919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Sensitive table restrictions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5376671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Never expose payroll, credentials, or other restricted tables.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